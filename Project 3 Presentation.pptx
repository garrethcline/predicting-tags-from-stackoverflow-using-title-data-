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280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METIS DATA SCIENCE  ·  PROJECT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691640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Prediction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multi-label NLP classifier that predicts a question's tag set from its title alone — trained on a 400 GB MS SQL Server backup, evaluated across 100 tags.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Metis Data Science Bootcamp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461772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25,352 questions   ·   100 tags   ·   Jaccard = 47.76   ·   Hamming = 1.02   ·   18.6× baseline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TAG PREDICTION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EXECUTIVE SUMMARY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TL;DR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400 GB database, one NLP pipeline, 100 predicted tags.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463040"/>
            <a:ext cx="19659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45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predict which of 100 common tags belong to a Stack Overflow question using only the title?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68880" y="14630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68880" y="1463040"/>
            <a:ext cx="19659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0" y="1645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51760" y="196596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GB MS SQL dump → 1M rows → filtered to 25,352 high-quality questions; 82,516 tag usages, 6,884 unique.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0" y="14630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0" y="1463040"/>
            <a:ext cx="19659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645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196596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titles → 12-classifier benchmark → LinearSVC + GridSearchCV (best C=1).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75120" y="14630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75120" y="1463040"/>
            <a:ext cx="19659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645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0" y="196596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 = 47.76, Hamming = 1.02 — an 18.6× lift over the 2.57 dummy baseline. ~90 of 100 tags at F1 &gt; 0.98.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5760" y="4251960"/>
            <a:ext cx="841248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PassiveAggressive posted a higher raw Jaccard (48.50) — but LinearSVC had the best Hamming loss and stability, so it was the model carried forward. Selection isn't just "max one metric."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TAG PREDICTION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DATA ENGINEERING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400 GB to 25,352 rows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filtering before Python ever sees the data.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554480"/>
            <a:ext cx="15361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554480"/>
            <a:ext cx="1536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64592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DATABASE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GB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4231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Server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(Brent Ozar dump)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93392" y="1554480"/>
            <a:ext cx="15361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93392" y="1554480"/>
            <a:ext cx="1536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84832" y="164592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EXPORT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084832" y="192024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1,000,000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084832" y="24231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with Title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21024" y="1554480"/>
            <a:ext cx="15361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21024" y="1554480"/>
            <a:ext cx="1536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164592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&gt; 50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712464" y="192024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28,183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712464" y="24231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248656" y="1554480"/>
            <a:ext cx="15361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48656" y="1554480"/>
            <a:ext cx="1536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0096" y="164592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&gt; 10K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340096" y="192024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27,666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340096" y="24231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questions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76288" y="1554480"/>
            <a:ext cx="15361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76288" y="1554480"/>
            <a:ext cx="1536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67728" y="164592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TOP-100 TAGS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967728" y="192024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25,352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967728" y="24231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training set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3200400"/>
            <a:ext cx="2697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3200400"/>
            <a:ext cx="54864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291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cleanup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36118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strips commas, HTML brackets, nulls before export — saves pulling 400 GB into pandas.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0" y="3200400"/>
            <a:ext cx="2697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00400" y="3200400"/>
            <a:ext cx="54864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0" y="3291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engineering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83280" y="36118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peaked at 132 GB RAM; pickle caching + OS paging file to handle it.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35040" y="3200400"/>
            <a:ext cx="2697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35040" y="3200400"/>
            <a:ext cx="54864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3291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17920" y="36118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n_jobs=32 across the workstation; 100-fold GridSearchCV in minutes.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TAG PREDICTION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LABELS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distribution is a brutal long tail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alone appears ~3,100 times; the top 100 cover ~82% of all usages.</a:t>
            </a:r>
            <a:endParaRPr lang="en-US" sz="1200" dirty="0"/>
          </a:p>
        </p:txBody>
      </p:sp>
      <p:pic>
        <p:nvPicPr>
          <p:cNvPr id="7" name="Image 0" descr="/home/claude/charts/p3_tag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5760720" cy="2834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0" y="1417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top-100?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0" y="1783080"/>
            <a:ext cx="4572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37960" y="17830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82,516 total tag usages across 6,884 unique tags — but the curve decays fast.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00800" y="2697480"/>
            <a:ext cx="4572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37960" y="2697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top 100, tags have too few examples to learn reliably.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400800" y="3611880"/>
            <a:ext cx="4572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37960" y="3611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Top-100 captures ~82% of usages while keeping every label well-populated.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TAG PREDICTION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BENCHMARK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classifiers — the real ranking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PassiveAggressive leads Jaccard; LinearSVC second and far steadier.</a:t>
            </a:r>
            <a:endParaRPr lang="en-US" sz="1200" dirty="0"/>
          </a:p>
        </p:txBody>
      </p:sp>
      <p:pic>
        <p:nvPicPr>
          <p:cNvPr id="7" name="Image 0" descr="/home/claude/charts/p3_bench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5577840" cy="3200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08076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80760" y="1783080"/>
            <a:ext cx="45720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 lead — PassiveAggressive (48.50), LinearSVC (47.76), SGD (45.73). Right inductive bias for TF-IDF.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080760" y="2788920"/>
            <a:ext cx="45720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17920" y="27889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trees did nothing — all three Random Forests cluster at ~45.8. No interaction structure for an ensemble.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80760" y="3794760"/>
            <a:ext cx="45720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0" y="3794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(24.22) and Naive Bayes (23.17) lag — distance breaks down in sparse space; independence assumption fails.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TAG PREDICTION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MODEL SELECTION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LinearSVC, not the higher-Jaccard model?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two metrics at once — the honest selection story.</a:t>
            </a:r>
            <a:endParaRPr lang="en-US" sz="1200" dirty="0"/>
          </a:p>
        </p:txBody>
      </p:sp>
      <p:pic>
        <p:nvPicPr>
          <p:cNvPr id="7" name="Image 0" descr="/home/claude/charts/p3_jaccard_vs_hamm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5303520" cy="3200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tradeoff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43600" y="1783080"/>
            <a:ext cx="2880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PassiveAggressive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 raw Jaccard (48.50) but pays in Hamming loss (1.19).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in the best corner — top-tier on BOTH axes (Jaccard 47.76, Hamming 1.02).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PassiveAggressive's online-update rule makes it erratic run-to-run. LinearSVC is reproducible.
</a:t>
            </a:r>
            <a:pPr indent="0" marL="0">
              <a:buNone/>
            </a:pPr>
            <a:r>
              <a:rPr lang="en-US" sz="10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0.74 Jaccard points for a materially better Hamming loss and reproducibility is the defensible call.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TAG PREDICTION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LinearSVC on held-out test set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found best C=1; final real numbers below.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463040"/>
            <a:ext cx="41148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91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47.76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54864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18.6× the dummy baseline (2.57)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463040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63040"/>
            <a:ext cx="41148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691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HAMMING LOSS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4632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84632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~1% of the 100-tag matrix mislabeled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017520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017520"/>
            <a:ext cx="41148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246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&gt; 0.98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5204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 of 100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548640" y="4069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essentially solved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3017520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3017520"/>
            <a:ext cx="41148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246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 TAG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35204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4846320" y="4069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`.net` — 25.5% positive-class recall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TAG PREDICTION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PER-TAG PERFORMANCE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 of 100 tags essentially solved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per-tag weighted F1 — top 6 vs. bottom 6.</a:t>
            </a:r>
            <a:endParaRPr lang="en-US" sz="1200" dirty="0"/>
          </a:p>
        </p:txBody>
      </p:sp>
      <p:pic>
        <p:nvPicPr>
          <p:cNvPr id="7" name="Image 0" descr="/home/claude/charts/p3_per_tag_f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5486400" cy="3108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126480" y="1417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spread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26480" y="1783080"/>
            <a:ext cx="4572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63640" y="1783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Strongest: rest (0.9992), scala (0.9987), enums (0.9982) — narrow, unambiguous tags.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126480" y="2697480"/>
            <a:ext cx="4572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26974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tags have distinctive vocabulary that rarely overlaps with others.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26480" y="3611880"/>
            <a:ext cx="4572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36118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clear outlier: `.net` at 0.94 — the only tag below 0.98.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TAG PREDICTION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ERROR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`.net` is the hardest tag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confusion matrix exposes a co-occurrence problem.</a:t>
            </a:r>
            <a:endParaRPr lang="en-US" sz="1200" dirty="0"/>
          </a:p>
        </p:txBody>
      </p:sp>
      <p:pic>
        <p:nvPicPr>
          <p:cNvPr id="7" name="Image 0" descr="/home/claude/charts/p3_confusion_n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3383280" cy="3108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97680" y="14630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97680" y="1783080"/>
            <a:ext cx="4389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302 actual `.net` questions, only 77 were caught — 25.5% positive-class recall.
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weighted F1 of 0.94 is inflated by 4,750 true negatives — the honest number is the recall.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`.net` almost never appears alone in a title. It co-occurs with c#, vb.net, asp.net, wpf, linq, wcf — and its own top features ARE linq, wcf, assembly, nullable. The binary classifier can't disambiguate on context the OvR wrapper hides.
</a:t>
            </a:r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labels — predict language family first, then `.net` as an implied parent.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TAG PREDICTION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INTERPRETABILITY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rediscovered each tag's ecosystem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top title words per tag, from the SVC coefficients.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6974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508760"/>
            <a:ext cx="54864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002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.net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linq, delegate, nullable, wcf, forms, assembly, .net, net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0" y="1508760"/>
            <a:ext cx="26974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1508760"/>
            <a:ext cx="54864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6002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19659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device, layout, emulator, listview, intent, textview, webview, activity, android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1508760"/>
            <a:ext cx="26974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35040" y="1508760"/>
            <a:ext cx="54864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6002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19659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detecting, finding, area, number, graph, binary, sort, tree, algorithm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5760" y="2834640"/>
            <a:ext cx="26974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834640"/>
            <a:ext cx="54864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9260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ajax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32918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underscore, fetch, json, request, google, status, prompt, ajax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00400" y="2834640"/>
            <a:ext cx="26974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2834640"/>
            <a:ext cx="54864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29260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asp.net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918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ip, datatable, request, onclick, master, session, webconfig, asp.net, aspnet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2834640"/>
            <a:ext cx="26974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35040" y="2834640"/>
            <a:ext cx="54864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29260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asp.net-mvc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217920" y="32918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item, render, repository, fire, aspnet, action, controller, partial, mvc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tag's learned vocabulary matches its real ecosystem — a sanity check that the model captured genuine patterns, not training-set quirks.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TAG PREDICTION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APPLICATIONS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this gets used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viable at Jaccard 47.76, Hamming 1.02.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80160" y="16002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Auto-tagging imported archives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1947672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Migrating closed forum threads to a tagged knowledge base. Production-ready for the ~90 tags above F1 0.98; human-in-the-loop for .net / c# / c++.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80160" y="25603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Tag-suggestion UI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2907792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Autosuggest widget firing on each keystroke as a user types a question title. Top-k predictions become clickable chips.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280160" y="35204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signal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3867912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questions whose author-assigned tags disagree with the model. The model learned canonical patterns from 25K high-quality examples.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TAG PREDICTION</a:t>
            </a:r>
            <a:pPr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CAVEATS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missing, and where V2 goes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 and prioritized future work.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874520"/>
            <a:ext cx="457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Title-only input — bodies (error messages, library names) would disambiguate the co-occurring tags.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468880"/>
            <a:ext cx="457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Top-100 tags = ~82% of usages, not 100% — the 6,784-tag long tail is out of scope.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457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063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 snapshot — kotlin, rust, tensorflow, react weren't yet prominent.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457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6576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F1 flatters rare tags — per-positive-class recall (the .net 25.5%) is the honest lens.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874520"/>
            <a:ext cx="4572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post Body via BeautifulSoup — biggest gains on co-occurring tags.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468880"/>
            <a:ext cx="4572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TF-IDF for CodeBERT / StarCoder embeddings — code-aware.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3063240"/>
            <a:ext cx="4572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063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labels — language family first, then fine-grained tags.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657600"/>
            <a:ext cx="4572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6576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Per-tag decision-threshold tuning — would lift .net recall directly.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Garreth Cline  ·  Metis Data Science  ·  Project 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TAG PREDICTION</a:t>
            </a:r>
            <a:pPr indent="0" marL="0">
              <a:buNone/>
            </a:pPr>
            <a:r>
              <a:rPr lang="en-US" sz="900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//   BOTTOM LINE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201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438912"/>
            <a:ext cx="841248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line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7680960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64592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model on TF-IDF titles predicts 100 Stack Overflow tags at Jaccard 47.76 / Hamming 1.02 — ~90 of 100 tags solved, on a fraction of the compute a transformer would need.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demonstrates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337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0" y="33375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GB MS SQL Server backup; T-SQL export automation; 132 GB-peak memory management.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368503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judgment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685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 LinearSVC over a higher-Jaccard model by reading Hamming + stability together.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403250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analysis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403250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 the .net weak spot (25.5% recall) and designed a hierarchical fix — not just "more data."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572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280160" y="4572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pandas · scikit-learn · NLTK · pyarrow · Dask · MS SQL Server · T-SQL · matplotlib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Stack Overflow Tag Prediction — Project 3</dc:title>
  <dc:subject>PptxGenJS Presentation</dc:subject>
  <dc:creator>Garreth Cline</dc:creator>
  <cp:lastModifiedBy>Garreth Cline</cp:lastModifiedBy>
  <cp:revision>1</cp:revision>
  <dcterms:created xsi:type="dcterms:W3CDTF">2026-06-05T04:40:53Z</dcterms:created>
  <dcterms:modified xsi:type="dcterms:W3CDTF">2026-06-05T04:40:53Z</dcterms:modified>
</cp:coreProperties>
</file>